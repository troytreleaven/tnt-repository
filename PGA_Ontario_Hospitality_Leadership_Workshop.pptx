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PGA OF ONTARIO • THE LEADERSHIP ADVANTAGE BEHIND EXCEPTIONAL MEMBER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Hospitality</a:t>
            </a:r>
          </a:p>
          <a:p>
            <a:r>
              <a:t>Leadership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C8"/>
                </a:solidFill>
              </a:defRPr>
            </a:pPr>
            <a:r>
              <a:t>How Top Clubs Elevate Member Experience in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This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BREAKOUT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This is NOT a service training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It IS a leadership mechanism for Pros and key team members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Equips leaders to elevate member experience every day — even with young or seasonal staff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Participants walk away with a repeatable system they can deploy immediately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Creates a culture of hospitality that sustains itself beyond any single season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5 Hospitality Leadership Accelerators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The core leadership behaviours that create self-sustaining hospitality culture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These become the mechanism leaders use to raise standards without micromanaging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Each accelerator builds on the others to create a complete leadership system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Designed for immediate application in real club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40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Leadership 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3C3C46"/>
                </a:solidFill>
              </a:defRPr>
            </a:pPr>
            <a:r>
              <a:t>Presence, confidence, and composure that sets the tone for the entire team and member experience. When leaders show up with certainty, everyone else rises to match that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40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Impactful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3C3C46"/>
                </a:solidFill>
              </a:defRPr>
            </a:pPr>
            <a:r>
              <a:t>Clarity, tone, influence, and listening — the skills that ensure messages land and motivate action. Great leaders communicate in ways that move people to action, not just understanding.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40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Human Influence &amp; Relationship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3C3C46"/>
                </a:solidFill>
              </a:defRPr>
            </a:pPr>
            <a:r>
              <a:t>Gaining cooperation and shifting mindset without friction — the art of moving people willingly. When people feel connected, they contribute more than what's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40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Leadership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3C3C46"/>
                </a:solidFill>
              </a:defRPr>
            </a:pPr>
            <a:r>
              <a:t>Moving people to places they wouldn't go on their own — inspiring discretionary effort and ownership. True leadership is measured by what people do when no one is watching.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40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Energy &amp; Emotional State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3C3C46"/>
                </a:solidFill>
              </a:defRPr>
            </a:pPr>
            <a:r>
              <a:t>Controlling attitude, elevating enthusiasm, and inspiring others — regardless of circumstances. Leaders set the emotional temperature of every interaction.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Bridge Leadership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PRACTICAL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A simple, repeatable coaching tool leaders can use immediately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Lifts performance and behaviour without confrontation or defensiveness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Applied to real club scenarios in the workshop: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  → First Tee First Impressions — Setting the tone in the first 3 minutes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  → Fast Recovery After a Service Breakdown — Resetting without defensiveness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  → Coaching a Disengaged Seasonal Employee — Improving ownership without conflict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A 'use tomorrow' skill that sticks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 i="1">
                <a:solidFill>
                  <a:srgbClr val="9696A0"/>
                </a:solidFill>
              </a:defRPr>
            </a:pPr>
            <a:r>
              <a:t>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Train staff on service behaviours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Correct issues after they happen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Culture resets every season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Reactive problem-solving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Dependent on constant oversight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18288" cy="4754880"/>
          </a:xfrm>
          <a:prstGeom prst="rect">
            <a:avLst/>
          </a:prstGeom>
          <a:solidFill>
            <a:srgbClr val="D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2A"/>
                </a:solidFill>
              </a:defRPr>
            </a:pPr>
            <a:r>
              <a:t>The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Develop leaders who create a culture people rise to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Prevent breakdowns through proactive emotional leadership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Culture becomes durable, repeatable, and staff-led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Proactive culture-building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Self-sustaining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Leadership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 i="1">
                <a:solidFill>
                  <a:srgbClr val="9696A0"/>
                </a:solidFill>
              </a:defRPr>
            </a:pPr>
            <a:r>
              <a:t>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Training events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Managing tasks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Fixing problems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Supervising staff</a:t>
            </a:r>
          </a:p>
          <a:p>
            <a:pPr>
              <a:spcAft>
                <a:spcPts val="1200"/>
              </a:spcAft>
              <a:defRPr sz="1800">
                <a:solidFill>
                  <a:srgbClr val="64646E"/>
                </a:solidFill>
              </a:defRPr>
            </a:pPr>
            <a:r>
              <a:t>• Seasonal resets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18288" cy="4754880"/>
          </a:xfrm>
          <a:prstGeom prst="rect">
            <a:avLst/>
          </a:prstGeom>
          <a:solidFill>
            <a:srgbClr val="D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2A"/>
                </a:solidFill>
              </a:defRPr>
            </a:pPr>
            <a:r>
              <a:t>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Leadership systems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Developing people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Building culture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Coaching leaders</a:t>
            </a:r>
          </a:p>
          <a:p>
            <a:pPr>
              <a:spcAft>
                <a:spcPts val="1400"/>
              </a:spcAft>
              <a:defRPr sz="2000" b="1">
                <a:solidFill>
                  <a:srgbClr val="1A472A"/>
                </a:solidFill>
              </a:defRPr>
            </a:pPr>
            <a:r>
              <a:t>✓ Sustainable excellence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About Your Facilitator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TROY TRELEAVEN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Troy Treleaven, CEO — Dale Carnegie Training Ontario &amp; Maritimes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Decades of experience developing leaders across industries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Specializes in sustainable leadership systems that drive measurable results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Work with golf clubs, resorts, and hospitality organizations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Focus: Intersection of leadership behaviour and customer experience</a:t>
            </a:r>
          </a:p>
          <a:p>
            <a:pPr>
              <a:spcAft>
                <a:spcPts val="1600"/>
              </a:spcAft>
              <a:defRPr sz="2200">
                <a:solidFill>
                  <a:srgbClr val="32323C"/>
                </a:solidFill>
              </a:defRPr>
            </a:pPr>
            <a:r>
              <a:t>• Creating cultures where exceptional service is the natural outcome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Event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Monday, February 23,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57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TPC Toronto at Osprey Valley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Address: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19131 Main St, Alton, ON L7K 1R1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Entrance: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Main doors — PGA team on-site from 7:30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5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Arrival: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66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Registrants may arrive as early as 8:30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199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Session 1: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57199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9:30 AM – 10:30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1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Session 2: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07491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10:40 AM – 11:40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472A"/>
                </a:solidFill>
              </a:defRPr>
            </a:pPr>
            <a:r>
              <a:t>Session 3: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5778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C"/>
                </a:solidFill>
              </a:defRPr>
            </a:pPr>
            <a:r>
              <a:t>11:50 AM – 12:50 PM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One Leadership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D4AF37"/>
                </a:solidFill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Consistent Member Experience</a:t>
            </a:r>
          </a:p>
          <a:p>
            <a:r>
              <a:t>Stronger Loyalty &amp; Retention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